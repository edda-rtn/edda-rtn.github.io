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</p:sldIdLst>
  <p:sldSz cx="7772400" cy="5943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39" d="100"/>
          <a:sy n="139" d="100"/>
        </p:scale>
        <p:origin x="198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972715"/>
            <a:ext cx="6606540" cy="206925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3121766"/>
            <a:ext cx="5829300" cy="1434994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7A84-8D1A-5341-AC80-0BFB342F0BC6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0394F-B2B4-2547-8C42-8C1061257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86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7A84-8D1A-5341-AC80-0BFB342F0BC6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0394F-B2B4-2547-8C42-8C1061257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707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1481774"/>
            <a:ext cx="6703695" cy="2472372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3977536"/>
            <a:ext cx="6703695" cy="1300162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>
                    <a:tint val="82000"/>
                  </a:schemeClr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82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82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7A84-8D1A-5341-AC80-0BFB342F0BC6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0394F-B2B4-2547-8C42-8C1061257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462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1582208"/>
            <a:ext cx="3303270" cy="3771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1582208"/>
            <a:ext cx="3303270" cy="3771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7A84-8D1A-5341-AC80-0BFB342F0BC6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0394F-B2B4-2547-8C42-8C1061257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604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316443"/>
            <a:ext cx="6703695" cy="1148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1457008"/>
            <a:ext cx="3288089" cy="714057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2171065"/>
            <a:ext cx="3288089" cy="31933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1457008"/>
            <a:ext cx="3304282" cy="714057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2171065"/>
            <a:ext cx="3304282" cy="31933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7A84-8D1A-5341-AC80-0BFB342F0BC6}" type="datetimeFigureOut">
              <a:rPr lang="en-US" smtClean="0"/>
              <a:t>4/30/26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0394F-B2B4-2547-8C42-8C1061257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762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7A84-8D1A-5341-AC80-0BFB342F0BC6}" type="datetimeFigureOut">
              <a:rPr lang="en-US" smtClean="0"/>
              <a:t>4/30/26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0394F-B2B4-2547-8C42-8C1061257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842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7A84-8D1A-5341-AC80-0BFB342F0BC6}" type="datetimeFigureOut">
              <a:rPr lang="en-US" smtClean="0"/>
              <a:t>4/30/26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0394F-B2B4-2547-8C42-8C1061257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531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396240"/>
            <a:ext cx="2506801" cy="138684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855770"/>
            <a:ext cx="3934778" cy="4223808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1783080"/>
            <a:ext cx="2506801" cy="3303376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7A84-8D1A-5341-AC80-0BFB342F0BC6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0394F-B2B4-2547-8C42-8C1061257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270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396240"/>
            <a:ext cx="2506801" cy="138684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855770"/>
            <a:ext cx="3934778" cy="4223808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1783080"/>
            <a:ext cx="2506801" cy="3303376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7A84-8D1A-5341-AC80-0BFB342F0BC6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0394F-B2B4-2547-8C42-8C1061257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835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7A84-8D1A-5341-AC80-0BFB342F0BC6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0394F-B2B4-2547-8C42-8C1061257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61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316442"/>
            <a:ext cx="1675924" cy="50369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316442"/>
            <a:ext cx="4930616" cy="50369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7A84-8D1A-5341-AC80-0BFB342F0BC6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0394F-B2B4-2547-8C42-8C1061257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491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316443"/>
            <a:ext cx="6703695" cy="11488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1582208"/>
            <a:ext cx="6703695" cy="3771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5508838"/>
            <a:ext cx="1748790" cy="316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7E7A84-8D1A-5341-AC80-0BFB342F0BC6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5508838"/>
            <a:ext cx="2623185" cy="316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5508838"/>
            <a:ext cx="1748790" cy="316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00394F-B2B4-2547-8C42-8C1061257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153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BE84399-68A6-A473-EAEB-9BA6A4B8F863}"/>
              </a:ext>
            </a:extLst>
          </p:cNvPr>
          <p:cNvSpPr txBox="1"/>
          <p:nvPr/>
        </p:nvSpPr>
        <p:spPr>
          <a:xfrm>
            <a:off x="126198" y="2802949"/>
            <a:ext cx="598177" cy="53860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3500" dirty="0" err="1"/>
              <a:t>src</a:t>
            </a:r>
            <a:endParaRPr lang="en-US" sz="35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0F3D9A-2F15-0B8D-2883-8BFFCCF57768}"/>
              </a:ext>
            </a:extLst>
          </p:cNvPr>
          <p:cNvSpPr txBox="1"/>
          <p:nvPr/>
        </p:nvSpPr>
        <p:spPr>
          <a:xfrm>
            <a:off x="6218264" y="2733854"/>
            <a:ext cx="1034835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500" dirty="0" err="1"/>
              <a:t>dest</a:t>
            </a:r>
            <a:endParaRPr lang="en-US" sz="350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22DD614-BA3A-B636-3C3B-84AF3F773C16}"/>
              </a:ext>
            </a:extLst>
          </p:cNvPr>
          <p:cNvSpPr/>
          <p:nvPr/>
        </p:nvSpPr>
        <p:spPr>
          <a:xfrm>
            <a:off x="2431918" y="2881941"/>
            <a:ext cx="580868" cy="52465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5623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8B60D9-F304-99F6-5B9F-1C8C47B79CBA}"/>
              </a:ext>
            </a:extLst>
          </p:cNvPr>
          <p:cNvSpPr txBox="1"/>
          <p:nvPr/>
        </p:nvSpPr>
        <p:spPr>
          <a:xfrm>
            <a:off x="2556477" y="2183356"/>
            <a:ext cx="456300" cy="6986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4540" dirty="0"/>
              <a:t>S</a:t>
            </a:r>
            <a:r>
              <a:rPr lang="en-US" sz="4540" baseline="-25000" dirty="0"/>
              <a:t>i</a:t>
            </a:r>
            <a:endParaRPr lang="en-US" sz="454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8292D90-5B79-0580-37E2-BBBE28436C21}"/>
              </a:ext>
            </a:extLst>
          </p:cNvPr>
          <p:cNvSpPr/>
          <p:nvPr/>
        </p:nvSpPr>
        <p:spPr>
          <a:xfrm>
            <a:off x="850888" y="2881941"/>
            <a:ext cx="580868" cy="52465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5623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4175861-2B8A-4267-309B-98523129A406}"/>
              </a:ext>
            </a:extLst>
          </p:cNvPr>
          <p:cNvSpPr/>
          <p:nvPr/>
        </p:nvSpPr>
        <p:spPr>
          <a:xfrm>
            <a:off x="5586996" y="2853588"/>
            <a:ext cx="580868" cy="52465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5623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AF2C6B8-A09B-DE6A-0293-D23F784CA181}"/>
              </a:ext>
            </a:extLst>
          </p:cNvPr>
          <p:cNvSpPr/>
          <p:nvPr/>
        </p:nvSpPr>
        <p:spPr>
          <a:xfrm>
            <a:off x="4126931" y="1909840"/>
            <a:ext cx="580868" cy="52465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5623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587376-9846-8D40-1383-16B3CA58E828}"/>
              </a:ext>
            </a:extLst>
          </p:cNvPr>
          <p:cNvSpPr txBox="1"/>
          <p:nvPr/>
        </p:nvSpPr>
        <p:spPr>
          <a:xfrm>
            <a:off x="4211433" y="1225357"/>
            <a:ext cx="1078512" cy="6986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4540" dirty="0"/>
              <a:t>S</a:t>
            </a:r>
            <a:r>
              <a:rPr lang="en-US" sz="4540" baseline="-25000" dirty="0"/>
              <a:t>(i+1)</a:t>
            </a:r>
            <a:endParaRPr lang="en-US" sz="454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803309A-6925-1C5D-C711-C753850EFBD6}"/>
              </a:ext>
            </a:extLst>
          </p:cNvPr>
          <p:cNvCxnSpPr>
            <a:cxnSpLocks/>
            <a:stCxn id="6" idx="6"/>
            <a:endCxn id="10" idx="3"/>
          </p:cNvCxnSpPr>
          <p:nvPr/>
        </p:nvCxnSpPr>
        <p:spPr>
          <a:xfrm flipV="1">
            <a:off x="3012790" y="2357664"/>
            <a:ext cx="1199211" cy="786606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725817C-D095-AA34-930D-4B810232CDEB}"/>
              </a:ext>
            </a:extLst>
          </p:cNvPr>
          <p:cNvCxnSpPr>
            <a:cxnSpLocks/>
            <a:stCxn id="10" idx="5"/>
            <a:endCxn id="9" idx="1"/>
          </p:cNvCxnSpPr>
          <p:nvPr/>
        </p:nvCxnSpPr>
        <p:spPr>
          <a:xfrm>
            <a:off x="4622737" y="2357664"/>
            <a:ext cx="1049329" cy="572758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81145C56-D55B-0E2A-5E59-03B2511C745C}"/>
              </a:ext>
            </a:extLst>
          </p:cNvPr>
          <p:cNvSpPr/>
          <p:nvPr/>
        </p:nvSpPr>
        <p:spPr>
          <a:xfrm rot="1750235">
            <a:off x="4955127" y="1905108"/>
            <a:ext cx="513440" cy="12929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ysClr val="windowText" lastClr="000000"/>
                </a:solidFill>
              </a:rPr>
              <a:t>…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44EF8F9-D8B8-D816-CD3F-C2976F743C4D}"/>
              </a:ext>
            </a:extLst>
          </p:cNvPr>
          <p:cNvCxnSpPr>
            <a:cxnSpLocks/>
            <a:stCxn id="8" idx="6"/>
            <a:endCxn id="6" idx="2"/>
          </p:cNvCxnSpPr>
          <p:nvPr/>
        </p:nvCxnSpPr>
        <p:spPr>
          <a:xfrm>
            <a:off x="1431759" y="3144265"/>
            <a:ext cx="1000163" cy="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9A6FA74-CF3B-8A09-E64C-60AE2CBB5C41}"/>
              </a:ext>
            </a:extLst>
          </p:cNvPr>
          <p:cNvCxnSpPr>
            <a:cxnSpLocks/>
            <a:stCxn id="6" idx="6"/>
            <a:endCxn id="17" idx="1"/>
          </p:cNvCxnSpPr>
          <p:nvPr/>
        </p:nvCxnSpPr>
        <p:spPr>
          <a:xfrm>
            <a:off x="3012790" y="3144270"/>
            <a:ext cx="1205501" cy="782968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9C09137A-C25A-8BB4-23E5-8AF5B3AD2C01}"/>
              </a:ext>
            </a:extLst>
          </p:cNvPr>
          <p:cNvSpPr/>
          <p:nvPr/>
        </p:nvSpPr>
        <p:spPr>
          <a:xfrm>
            <a:off x="4133221" y="3850404"/>
            <a:ext cx="580868" cy="52465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5623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5B887CE-4C53-B990-FB29-E9611325033B}"/>
              </a:ext>
            </a:extLst>
          </p:cNvPr>
          <p:cNvCxnSpPr>
            <a:cxnSpLocks/>
            <a:stCxn id="17" idx="7"/>
            <a:endCxn id="9" idx="3"/>
          </p:cNvCxnSpPr>
          <p:nvPr/>
        </p:nvCxnSpPr>
        <p:spPr>
          <a:xfrm flipV="1">
            <a:off x="4629027" y="3301412"/>
            <a:ext cx="1043039" cy="625826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9FA38E0-70CC-0903-F3E3-665D28E95EC3}"/>
              </a:ext>
            </a:extLst>
          </p:cNvPr>
          <p:cNvSpPr/>
          <p:nvPr/>
        </p:nvSpPr>
        <p:spPr>
          <a:xfrm rot="19895853">
            <a:off x="4818223" y="3037663"/>
            <a:ext cx="513440" cy="10734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ysClr val="windowText" lastClr="000000"/>
                </a:solidFill>
              </a:rPr>
              <a:t>…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A789F2-56F3-D9C6-B069-FA14758147AB}"/>
              </a:ext>
            </a:extLst>
          </p:cNvPr>
          <p:cNvSpPr txBox="1"/>
          <p:nvPr/>
        </p:nvSpPr>
        <p:spPr>
          <a:xfrm>
            <a:off x="4765184" y="3791261"/>
            <a:ext cx="1112249" cy="6986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4540" dirty="0"/>
              <a:t>S</a:t>
            </a:r>
            <a:r>
              <a:rPr lang="en-US" sz="4540" baseline="-25000" dirty="0"/>
              <a:t>(i+2)</a:t>
            </a:r>
            <a:endParaRPr lang="en-US" sz="4540" dirty="0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A657641D-53CF-0773-B177-F534D0788394}"/>
              </a:ext>
            </a:extLst>
          </p:cNvPr>
          <p:cNvSpPr/>
          <p:nvPr/>
        </p:nvSpPr>
        <p:spPr>
          <a:xfrm rot="260888">
            <a:off x="2713810" y="1222169"/>
            <a:ext cx="3797300" cy="1230759"/>
          </a:xfrm>
          <a:custGeom>
            <a:avLst/>
            <a:gdLst>
              <a:gd name="csX0" fmla="*/ 0 w 3191664"/>
              <a:gd name="csY0" fmla="*/ 943676 h 943676"/>
              <a:gd name="csX1" fmla="*/ 1572535 w 3191664"/>
              <a:gd name="csY1" fmla="*/ 155 h 943676"/>
              <a:gd name="csX2" fmla="*/ 3191664 w 3191664"/>
              <a:gd name="csY2" fmla="*/ 885434 h 9436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191664" h="943676">
                <a:moveTo>
                  <a:pt x="0" y="943676"/>
                </a:moveTo>
                <a:cubicBezTo>
                  <a:pt x="520295" y="476769"/>
                  <a:pt x="1040591" y="9862"/>
                  <a:pt x="1572535" y="155"/>
                </a:cubicBezTo>
                <a:cubicBezTo>
                  <a:pt x="2104479" y="-9552"/>
                  <a:pt x="2648071" y="437941"/>
                  <a:pt x="3191664" y="885434"/>
                </a:cubicBezTo>
              </a:path>
            </a:pathLst>
          </a:custGeom>
          <a:noFill/>
          <a:ln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15826E3B-3F2A-62EC-CF6F-F068AA6F02B1}"/>
              </a:ext>
            </a:extLst>
          </p:cNvPr>
          <p:cNvSpPr/>
          <p:nvPr/>
        </p:nvSpPr>
        <p:spPr>
          <a:xfrm flipV="1">
            <a:off x="2734814" y="3456337"/>
            <a:ext cx="3495311" cy="1261489"/>
          </a:xfrm>
          <a:custGeom>
            <a:avLst/>
            <a:gdLst>
              <a:gd name="csX0" fmla="*/ 0 w 3191664"/>
              <a:gd name="csY0" fmla="*/ 943676 h 943676"/>
              <a:gd name="csX1" fmla="*/ 1572535 w 3191664"/>
              <a:gd name="csY1" fmla="*/ 155 h 943676"/>
              <a:gd name="csX2" fmla="*/ 3191664 w 3191664"/>
              <a:gd name="csY2" fmla="*/ 885434 h 9436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191664" h="943676">
                <a:moveTo>
                  <a:pt x="0" y="943676"/>
                </a:moveTo>
                <a:cubicBezTo>
                  <a:pt x="520295" y="476769"/>
                  <a:pt x="1040591" y="9862"/>
                  <a:pt x="1572535" y="155"/>
                </a:cubicBezTo>
                <a:cubicBezTo>
                  <a:pt x="2104479" y="-9552"/>
                  <a:pt x="2648071" y="437941"/>
                  <a:pt x="3191664" y="885434"/>
                </a:cubicBezTo>
              </a:path>
            </a:pathLst>
          </a:custGeom>
          <a:noFill/>
          <a:ln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Line Callout 2 (Accent Bar) 22">
            <a:extLst>
              <a:ext uri="{FF2B5EF4-FFF2-40B4-BE49-F238E27FC236}">
                <a16:creationId xmlns:a16="http://schemas.microsoft.com/office/drawing/2014/main" id="{FFE609C2-A6C1-6501-B064-446B355846AF}"/>
              </a:ext>
            </a:extLst>
          </p:cNvPr>
          <p:cNvSpPr/>
          <p:nvPr/>
        </p:nvSpPr>
        <p:spPr>
          <a:xfrm>
            <a:off x="4024309" y="204848"/>
            <a:ext cx="3706242" cy="563770"/>
          </a:xfrm>
          <a:prstGeom prst="accentCallout2">
            <a:avLst>
              <a:gd name="adj1" fmla="val 55722"/>
              <a:gd name="adj2" fmla="val -8852"/>
              <a:gd name="adj3" fmla="val 55722"/>
              <a:gd name="adj4" fmla="val -24798"/>
              <a:gd name="adj5" fmla="val 180591"/>
              <a:gd name="adj6" fmla="val 14122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Delay Model</a:t>
            </a:r>
          </a:p>
          <a:p>
            <a:pPr algn="ctr"/>
            <a:r>
              <a:rPr lang="en-US" dirty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(worst-case delay to destination)</a:t>
            </a:r>
          </a:p>
        </p:txBody>
      </p:sp>
      <p:sp>
        <p:nvSpPr>
          <p:cNvPr id="24" name="Line Callout 2 (Accent Bar) 23">
            <a:extLst>
              <a:ext uri="{FF2B5EF4-FFF2-40B4-BE49-F238E27FC236}">
                <a16:creationId xmlns:a16="http://schemas.microsoft.com/office/drawing/2014/main" id="{80270561-42CB-B357-024B-2B6228FE73A3}"/>
              </a:ext>
            </a:extLst>
          </p:cNvPr>
          <p:cNvSpPr/>
          <p:nvPr/>
        </p:nvSpPr>
        <p:spPr>
          <a:xfrm>
            <a:off x="3226738" y="5194000"/>
            <a:ext cx="3474300" cy="563770"/>
          </a:xfrm>
          <a:prstGeom prst="accentCallout2">
            <a:avLst>
              <a:gd name="adj1" fmla="val 55722"/>
              <a:gd name="adj2" fmla="val -8852"/>
              <a:gd name="adj3" fmla="val 55722"/>
              <a:gd name="adj4" fmla="val -24798"/>
              <a:gd name="adj5" fmla="val -125382"/>
              <a:gd name="adj6" fmla="val 15721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Delay Model</a:t>
            </a:r>
          </a:p>
          <a:p>
            <a:pPr algn="ctr"/>
            <a:r>
              <a:rPr lang="en-US" dirty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(worst-case delay to destination)</a:t>
            </a:r>
          </a:p>
        </p:txBody>
      </p:sp>
      <p:sp>
        <p:nvSpPr>
          <p:cNvPr id="25" name="Line Callout 2 (Accent Bar) 24">
            <a:extLst>
              <a:ext uri="{FF2B5EF4-FFF2-40B4-BE49-F238E27FC236}">
                <a16:creationId xmlns:a16="http://schemas.microsoft.com/office/drawing/2014/main" id="{BCDF51A1-6171-C5E3-11CD-538BE31E366D}"/>
              </a:ext>
            </a:extLst>
          </p:cNvPr>
          <p:cNvSpPr/>
          <p:nvPr/>
        </p:nvSpPr>
        <p:spPr>
          <a:xfrm flipH="1">
            <a:off x="126198" y="2070451"/>
            <a:ext cx="1466016" cy="524657"/>
          </a:xfrm>
          <a:prstGeom prst="accentCallout2">
            <a:avLst>
              <a:gd name="adj1" fmla="val 55722"/>
              <a:gd name="adj2" fmla="val -8852"/>
              <a:gd name="adj3" fmla="val 55722"/>
              <a:gd name="adj4" fmla="val -24798"/>
              <a:gd name="adj5" fmla="val 158788"/>
              <a:gd name="adj6" fmla="val -64771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377"/>
            <a:r>
              <a:rPr lang="en-US" dirty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Delay Model</a:t>
            </a:r>
          </a:p>
          <a:p>
            <a:pPr algn="ctr" defTabSz="914377"/>
            <a:r>
              <a:rPr lang="en-US" dirty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(from source) </a:t>
            </a:r>
          </a:p>
        </p:txBody>
      </p:sp>
      <p:sp>
        <p:nvSpPr>
          <p:cNvPr id="26" name="Line Callout 2 (Accent Bar) 25">
            <a:extLst>
              <a:ext uri="{FF2B5EF4-FFF2-40B4-BE49-F238E27FC236}">
                <a16:creationId xmlns:a16="http://schemas.microsoft.com/office/drawing/2014/main" id="{C6F4FE5A-EC41-91E0-66AA-BA1FDADAF4BE}"/>
              </a:ext>
            </a:extLst>
          </p:cNvPr>
          <p:cNvSpPr/>
          <p:nvPr/>
        </p:nvSpPr>
        <p:spPr>
          <a:xfrm flipH="1">
            <a:off x="1298448" y="876641"/>
            <a:ext cx="1928290" cy="524657"/>
          </a:xfrm>
          <a:prstGeom prst="accentCallout2">
            <a:avLst>
              <a:gd name="adj1" fmla="val 50494"/>
              <a:gd name="adj2" fmla="val -8378"/>
              <a:gd name="adj3" fmla="val 50494"/>
              <a:gd name="adj4" fmla="val -20530"/>
              <a:gd name="adj5" fmla="val 216979"/>
              <a:gd name="adj6" fmla="val -48158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377"/>
            <a:r>
              <a:rPr lang="en-US" dirty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Delay Model</a:t>
            </a:r>
          </a:p>
          <a:p>
            <a:pPr algn="ctr" defTabSz="914377"/>
            <a:r>
              <a:rPr lang="en-US" dirty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(from source)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1EA505C-79AF-A996-A330-DF76D99A9D0E}"/>
              </a:ext>
            </a:extLst>
          </p:cNvPr>
          <p:cNvSpPr txBox="1"/>
          <p:nvPr/>
        </p:nvSpPr>
        <p:spPr>
          <a:xfrm>
            <a:off x="2438935" y="3420458"/>
            <a:ext cx="69139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(</a:t>
            </a:r>
            <a:r>
              <a:rPr lang="en-US" dirty="0" err="1"/>
              <a:t>d</a:t>
            </a:r>
            <a:r>
              <a:rPr lang="en-US" baseline="-25000" dirty="0" err="1"/>
              <a:t>T</a:t>
            </a:r>
            <a:r>
              <a:rPr lang="en-US" dirty="0" err="1"/>
              <a:t>,d</a:t>
            </a:r>
            <a:r>
              <a:rPr lang="en-US" baseline="-25000" dirty="0" err="1"/>
              <a:t>W</a:t>
            </a:r>
            <a:r>
              <a:rPr lang="en-US" dirty="0"/>
              <a:t>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69FECAC-7F81-3E8B-FB66-E3324EAB43A0}"/>
              </a:ext>
            </a:extLst>
          </p:cNvPr>
          <p:cNvSpPr txBox="1"/>
          <p:nvPr/>
        </p:nvSpPr>
        <p:spPr>
          <a:xfrm>
            <a:off x="850892" y="3435909"/>
            <a:ext cx="69139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(</a:t>
            </a:r>
            <a:r>
              <a:rPr lang="en-US" dirty="0" err="1"/>
              <a:t>d</a:t>
            </a:r>
            <a:r>
              <a:rPr lang="en-US" baseline="-25000" dirty="0" err="1"/>
              <a:t>T</a:t>
            </a:r>
            <a:r>
              <a:rPr lang="en-US" dirty="0" err="1"/>
              <a:t>,d</a:t>
            </a:r>
            <a:r>
              <a:rPr lang="en-US" baseline="-25000" dirty="0" err="1"/>
              <a:t>W</a:t>
            </a:r>
            <a:r>
              <a:rPr lang="en-US" dirty="0"/>
              <a:t>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9A487F1-C4B5-99D8-1CB2-E47579EC555D}"/>
              </a:ext>
            </a:extLst>
          </p:cNvPr>
          <p:cNvSpPr txBox="1"/>
          <p:nvPr/>
        </p:nvSpPr>
        <p:spPr>
          <a:xfrm>
            <a:off x="4126935" y="2525950"/>
            <a:ext cx="69139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(</a:t>
            </a:r>
            <a:r>
              <a:rPr lang="en-US" dirty="0" err="1"/>
              <a:t>d</a:t>
            </a:r>
            <a:r>
              <a:rPr lang="en-US" baseline="-25000" dirty="0" err="1"/>
              <a:t>T</a:t>
            </a:r>
            <a:r>
              <a:rPr lang="en-US" dirty="0" err="1"/>
              <a:t>,d</a:t>
            </a:r>
            <a:r>
              <a:rPr lang="en-US" baseline="-25000" dirty="0" err="1"/>
              <a:t>W</a:t>
            </a:r>
            <a:r>
              <a:rPr lang="en-US" dirty="0"/>
              <a:t>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E164430-4B50-89D9-4E1A-F21ABABA0E90}"/>
              </a:ext>
            </a:extLst>
          </p:cNvPr>
          <p:cNvSpPr txBox="1"/>
          <p:nvPr/>
        </p:nvSpPr>
        <p:spPr>
          <a:xfrm>
            <a:off x="4120497" y="3479155"/>
            <a:ext cx="69139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(</a:t>
            </a:r>
            <a:r>
              <a:rPr lang="en-US" dirty="0" err="1"/>
              <a:t>d</a:t>
            </a:r>
            <a:r>
              <a:rPr lang="en-US" baseline="-25000" dirty="0" err="1"/>
              <a:t>T</a:t>
            </a:r>
            <a:r>
              <a:rPr lang="en-US" dirty="0" err="1"/>
              <a:t>,d</a:t>
            </a:r>
            <a:r>
              <a:rPr lang="en-US" baseline="-25000" dirty="0" err="1"/>
              <a:t>W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28548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/>
      <p:bldP spid="8" grpId="0" animBg="1"/>
      <p:bldP spid="9" grpId="0" animBg="1"/>
      <p:bldP spid="10" grpId="0" animBg="1"/>
      <p:bldP spid="11" grpId="0"/>
      <p:bldP spid="17" grpId="0" animBg="1"/>
      <p:bldP spid="20" grpId="0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65</Words>
  <Application>Microsoft Macintosh PowerPoint</Application>
  <PresentationFormat>Custom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 Neue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Kashinath, Ashish</dc:creator>
  <cp:lastModifiedBy>Kashinath, Ashish</cp:lastModifiedBy>
  <cp:revision>1</cp:revision>
  <dcterms:created xsi:type="dcterms:W3CDTF">2026-04-30T14:08:56Z</dcterms:created>
  <dcterms:modified xsi:type="dcterms:W3CDTF">2026-04-30T14:15:34Z</dcterms:modified>
</cp:coreProperties>
</file>